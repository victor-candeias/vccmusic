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B578D-DA20-B55C-3BD4-F3543D864C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5DFBC4-1B35-E733-74B5-1A3351423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0F03-2DB8-0208-5CD1-9B5935F9A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D681C-3872-9209-8DE7-51A43C08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00DE1-7F6F-F88A-577B-216C5CAA1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05456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3E44-326A-EAAA-D297-8D30E4547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7FBEA-84B1-7880-2E8F-7D56AA97B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F059-8160-95F9-9F8B-C04E30E56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814F6-E2C6-5112-4307-365950531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1C566-300E-1F26-AC67-73176EEC6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017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4297-F63F-1629-A5D7-DAF4CB245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2E5BB-6303-8882-1CAE-10B09400C0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0597-57F3-E281-A09F-6928C63E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AD2C5-D472-BB94-C8C3-65B0F06A5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38000-51E2-381B-B73F-AFCC6063F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386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A6A2-300B-4298-A8EF-9762963E1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368C8-72C2-CCF1-7A48-88D241D35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444CA8-BA50-346E-7830-DF2D15CF8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9EB3A6-55A0-9633-4B13-C19CCF8AB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D711F3-36E6-600E-B0DC-E937FEDC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C002F1-40AF-ED2B-A070-5189AE7A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4976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922E3-15E5-266D-41F4-9FDF3793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E5242-092D-735C-52F6-5C5CD4462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12836-3351-2038-FC9D-2A44C8B916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7AFAC-2814-8DF7-5B2D-BEA1C45B77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3019C-4F96-8565-84FF-FB881EC335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7541C-CED3-2C02-88C0-E41177226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9055E4-6D47-896C-128C-15C034AC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4CE09-2B43-2703-F4A3-784D5B66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7336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67AC-E290-2726-EA28-C45FF79D8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0E642-E9CA-BB06-7F6A-27E9E88A0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96C25-19D0-7F77-3229-484F7C4A7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46688C-FE03-DB6D-A4DB-D37BBBA6E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0577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1CF86B-8E40-0908-1E8C-2F11FE07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4C0AC-5571-3972-4E68-7ED036B6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9E376-0EA2-8939-3EB3-FA197ABB0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946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3D53-A454-A671-9F22-FC0FEBA7A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E60A2-D7A2-E8EC-A0EA-0B0B23FB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5A2BE-7C23-00C5-AA39-C180F6BA2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72982-60CE-22A4-B773-71CCB7FE4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11D50-4F47-E99C-A5E2-AF1E1E68D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6D02D-5120-5B57-FC0F-2FF564C53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675397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8D7F7-B712-37DA-BB2C-BE156FE37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40B348-E3E0-A6F1-C11C-C7C9E9BBF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A53EE-D477-7E25-DC9C-8DEED02C5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01CAF-0016-D140-72AA-228E723CA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540A7-851F-14E2-F455-B955E5BB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28422-488C-E8BA-1816-9D5309FD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9227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73FF-D908-C8E5-5049-C5FCA5A80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585B0-80C4-226F-8A99-05A44A09C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2B7AC-7913-7BAF-7869-CBD6DBA39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FA4E9-6974-091D-7E65-26FCECEF4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EE1D8-C334-F564-0C63-13B35E995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68115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30AEF-D26B-8655-2301-DBE497715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B3812-AE2E-E862-27E9-890EB30C6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E7B82-93A9-3B4A-9C9C-09BD3D2E9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F3207-7426-D7F6-4872-1EE2C3881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35746-5324-9C31-58F2-5ACD0DBC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607690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3596E-BF15-0DA8-D4CF-6F6D40A39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27B55-10B7-CF84-E801-64A741CD7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52F38-4F3A-BA6F-E94B-B3851B6B47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123A04-7E4D-491C-8F8C-BBA004ADDFC1}" type="datetimeFigureOut">
              <a:rPr lang="pt-PT" smtClean="0"/>
              <a:t>03/09/2026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058DE-F3C5-FCC0-0A1C-C87666A66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85994-FF67-07CB-2561-AF218AEAD2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1B918-ECC7-42E4-9D6A-060CE7142FFC}" type="slidenum">
              <a:rPr lang="pt-PT" smtClean="0"/>
              <a:t>‹#›</a:t>
            </a:fld>
            <a:endParaRPr lang="pt-P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DF8408-A6F6-93F7-5718-728F15B7B47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253038" y="6642100"/>
            <a:ext cx="171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Group CTT - Public Information</a:t>
            </a:r>
          </a:p>
        </p:txBody>
      </p:sp>
    </p:spTree>
    <p:extLst>
      <p:ext uri="{BB962C8B-B14F-4D97-AF65-F5344CB8AC3E}">
        <p14:creationId xmlns:p14="http://schemas.microsoft.com/office/powerpoint/2010/main" val="204757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5D8E65C-B23A-EE47-1558-3E2546FA2BE4}"/>
              </a:ext>
            </a:extLst>
          </p:cNvPr>
          <p:cNvSpPr/>
          <p:nvPr/>
        </p:nvSpPr>
        <p:spPr>
          <a:xfrm>
            <a:off x="3545840" y="396240"/>
            <a:ext cx="4297680" cy="5069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pt-PT" sz="3000" dirty="0">
                <a:solidFill>
                  <a:schemeClr val="bg1"/>
                </a:solidFill>
              </a:rPr>
              <a:t>VCC App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DFAFBB-C6C5-B023-F2BF-CDC687C4852D}"/>
              </a:ext>
            </a:extLst>
          </p:cNvPr>
          <p:cNvSpPr/>
          <p:nvPr/>
        </p:nvSpPr>
        <p:spPr>
          <a:xfrm>
            <a:off x="3698240" y="1026160"/>
            <a:ext cx="400304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Musica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DD80D05-AF35-7976-7C38-C17B7A44239E}"/>
              </a:ext>
            </a:extLst>
          </p:cNvPr>
          <p:cNvSpPr/>
          <p:nvPr/>
        </p:nvSpPr>
        <p:spPr>
          <a:xfrm>
            <a:off x="3698240" y="2123440"/>
            <a:ext cx="400304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B0009020202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Radio Online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37D0C74-5A81-7D22-EBE2-91BBBA67C586}"/>
              </a:ext>
            </a:extLst>
          </p:cNvPr>
          <p:cNvSpPr/>
          <p:nvPr/>
        </p:nvSpPr>
        <p:spPr>
          <a:xfrm>
            <a:off x="3698240" y="3220720"/>
            <a:ext cx="400304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B0009020202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Configurações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73E25A3-FBEC-14C1-C3CF-6473E53FF9BC}"/>
              </a:ext>
            </a:extLst>
          </p:cNvPr>
          <p:cNvSpPr/>
          <p:nvPr/>
        </p:nvSpPr>
        <p:spPr>
          <a:xfrm>
            <a:off x="3698240" y="4318000"/>
            <a:ext cx="400304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B0009020202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Fechar</a:t>
            </a:r>
          </a:p>
        </p:txBody>
      </p:sp>
    </p:spTree>
    <p:extLst>
      <p:ext uri="{BB962C8B-B14F-4D97-AF65-F5344CB8AC3E}">
        <p14:creationId xmlns:p14="http://schemas.microsoft.com/office/powerpoint/2010/main" val="3635380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4EC00-D82E-C93D-A9F7-391F8C97A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90690B9-38C4-CE53-EB75-B51484A79F6B}"/>
              </a:ext>
            </a:extLst>
          </p:cNvPr>
          <p:cNvSpPr/>
          <p:nvPr/>
        </p:nvSpPr>
        <p:spPr>
          <a:xfrm>
            <a:off x="3545840" y="396240"/>
            <a:ext cx="4297680" cy="506984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pt-PT" sz="3000" dirty="0">
                <a:solidFill>
                  <a:schemeClr val="bg1"/>
                </a:solidFill>
              </a:rPr>
              <a:t>VCC Musica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E9FE1F6-31B2-C86D-23C0-AC96147EC657}"/>
              </a:ext>
            </a:extLst>
          </p:cNvPr>
          <p:cNvSpPr/>
          <p:nvPr/>
        </p:nvSpPr>
        <p:spPr>
          <a:xfrm>
            <a:off x="3698240" y="1026160"/>
            <a:ext cx="196088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Faixas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B67565-0913-BB01-63C0-AAAA718B0FA5}"/>
              </a:ext>
            </a:extLst>
          </p:cNvPr>
          <p:cNvSpPr/>
          <p:nvPr/>
        </p:nvSpPr>
        <p:spPr>
          <a:xfrm>
            <a:off x="3698240" y="2123440"/>
            <a:ext cx="196088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B0009020202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Pastas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61596F2-9EAA-5928-E68F-478C34B9A6C7}"/>
              </a:ext>
            </a:extLst>
          </p:cNvPr>
          <p:cNvSpPr/>
          <p:nvPr/>
        </p:nvSpPr>
        <p:spPr>
          <a:xfrm>
            <a:off x="3698240" y="3220720"/>
            <a:ext cx="396240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B0009020202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Artistas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8E30260-016A-EE9D-0B90-4A2C4DE2989F}"/>
              </a:ext>
            </a:extLst>
          </p:cNvPr>
          <p:cNvSpPr/>
          <p:nvPr/>
        </p:nvSpPr>
        <p:spPr>
          <a:xfrm>
            <a:off x="3698240" y="4318000"/>
            <a:ext cx="400304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B0009020202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Voltar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C07D5FB-FF34-F1AC-C719-F4B313A00C91}"/>
              </a:ext>
            </a:extLst>
          </p:cNvPr>
          <p:cNvSpPr/>
          <p:nvPr/>
        </p:nvSpPr>
        <p:spPr>
          <a:xfrm>
            <a:off x="5811520" y="1016000"/>
            <a:ext cx="188976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Listas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94C4FC8-43DF-EF3F-3693-BB03AA844A38}"/>
              </a:ext>
            </a:extLst>
          </p:cNvPr>
          <p:cNvSpPr/>
          <p:nvPr/>
        </p:nvSpPr>
        <p:spPr>
          <a:xfrm>
            <a:off x="5770880" y="2113280"/>
            <a:ext cx="1889760" cy="94488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 err="1">
                <a:solidFill>
                  <a:schemeClr val="tx1"/>
                </a:solidFill>
                <a:latin typeface="Aptos Mono" panose="020B000902020202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Albuns</a:t>
            </a:r>
            <a:endParaRPr lang="pt-PT" sz="3200" dirty="0">
              <a:solidFill>
                <a:schemeClr val="tx1"/>
              </a:solidFill>
              <a:latin typeface="Aptos Mono" panose="020B000902020202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089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AA984-81EF-6596-D79C-510CF560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048849B-D6A3-DE5D-1FEF-74889CF1AAC7}"/>
              </a:ext>
            </a:extLst>
          </p:cNvPr>
          <p:cNvSpPr/>
          <p:nvPr/>
        </p:nvSpPr>
        <p:spPr>
          <a:xfrm>
            <a:off x="3545840" y="396240"/>
            <a:ext cx="4297680" cy="5986026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pt-PT" sz="3000" dirty="0">
              <a:solidFill>
                <a:schemeClr val="bg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F0474D-1106-6DD6-50B9-FF9125060802}"/>
              </a:ext>
            </a:extLst>
          </p:cNvPr>
          <p:cNvSpPr/>
          <p:nvPr/>
        </p:nvSpPr>
        <p:spPr>
          <a:xfrm>
            <a:off x="3698240" y="1026160"/>
            <a:ext cx="1849120" cy="369332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Aleatorio</a:t>
            </a:r>
            <a:endParaRPr lang="pt-PT" sz="1400" dirty="0">
              <a:solidFill>
                <a:schemeClr val="tx1"/>
              </a:solidFill>
              <a:latin typeface="Aptos Mono" panose="020F0502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BF3887-55E7-52CF-9A80-3F23EDA22952}"/>
              </a:ext>
            </a:extLst>
          </p:cNvPr>
          <p:cNvSpPr/>
          <p:nvPr/>
        </p:nvSpPr>
        <p:spPr>
          <a:xfrm>
            <a:off x="3693160" y="1474986"/>
            <a:ext cx="3911600" cy="54864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Imagem   nome da musica</a:t>
            </a:r>
            <a:b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Artista  </a:t>
            </a:r>
            <a:r>
              <a:rPr lang="pt-PT" dirty="0" err="1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Album</a:t>
            </a:r>
            <a:endParaRPr lang="pt-PT" dirty="0">
              <a:solidFill>
                <a:schemeClr val="tx1"/>
              </a:solidFill>
              <a:latin typeface="Aptos Mono" panose="020F0502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4EAE6B-01E2-0167-11A4-67BAA4C86C77}"/>
              </a:ext>
            </a:extLst>
          </p:cNvPr>
          <p:cNvSpPr txBox="1"/>
          <p:nvPr/>
        </p:nvSpPr>
        <p:spPr>
          <a:xfrm>
            <a:off x="3576320" y="475734"/>
            <a:ext cx="747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voltar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E4E34D-8068-19C3-074D-DB0C66384C8C}"/>
              </a:ext>
            </a:extLst>
          </p:cNvPr>
          <p:cNvSpPr txBox="1"/>
          <p:nvPr/>
        </p:nvSpPr>
        <p:spPr>
          <a:xfrm>
            <a:off x="4390368" y="475734"/>
            <a:ext cx="1461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dirty="0">
                <a:solidFill>
                  <a:schemeClr val="bg1"/>
                </a:solidFill>
              </a:rPr>
              <a:t>Nº Musicas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188CF4-DBB8-351D-FC64-00262261CC72}"/>
              </a:ext>
            </a:extLst>
          </p:cNvPr>
          <p:cNvSpPr/>
          <p:nvPr/>
        </p:nvSpPr>
        <p:spPr>
          <a:xfrm>
            <a:off x="5755640" y="1026160"/>
            <a:ext cx="1849120" cy="369332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Reproduzir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DF5BD9A-30B7-15E9-92B7-AAE4B205B876}"/>
              </a:ext>
            </a:extLst>
          </p:cNvPr>
          <p:cNvSpPr/>
          <p:nvPr/>
        </p:nvSpPr>
        <p:spPr>
          <a:xfrm>
            <a:off x="3693160" y="2103120"/>
            <a:ext cx="3911600" cy="54864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Imagem   nome da musica</a:t>
            </a:r>
            <a:b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Artista  </a:t>
            </a:r>
            <a:r>
              <a:rPr lang="pt-PT" dirty="0" err="1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Album</a:t>
            </a:r>
            <a:endParaRPr lang="pt-PT" dirty="0">
              <a:solidFill>
                <a:schemeClr val="tx1"/>
              </a:solidFill>
              <a:latin typeface="Aptos Mono" panose="020F0502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02355CE-1D91-585C-341D-EF33385BFB8A}"/>
              </a:ext>
            </a:extLst>
          </p:cNvPr>
          <p:cNvSpPr/>
          <p:nvPr/>
        </p:nvSpPr>
        <p:spPr>
          <a:xfrm>
            <a:off x="3693160" y="2731254"/>
            <a:ext cx="3911600" cy="54864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Imagem   nome da musica</a:t>
            </a:r>
            <a:b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Artista  </a:t>
            </a:r>
            <a:r>
              <a:rPr lang="pt-PT" dirty="0" err="1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Album</a:t>
            </a:r>
            <a:endParaRPr lang="pt-PT" dirty="0">
              <a:solidFill>
                <a:schemeClr val="tx1"/>
              </a:solidFill>
              <a:latin typeface="Aptos Mono" panose="020F0502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3E6951F-3FE6-E8FB-CAD0-657AACDAB577}"/>
              </a:ext>
            </a:extLst>
          </p:cNvPr>
          <p:cNvSpPr/>
          <p:nvPr/>
        </p:nvSpPr>
        <p:spPr>
          <a:xfrm>
            <a:off x="3693160" y="3398798"/>
            <a:ext cx="3911600" cy="54864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Imagem   nome da musica</a:t>
            </a:r>
            <a:b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Artista  </a:t>
            </a:r>
            <a:r>
              <a:rPr lang="pt-PT" dirty="0" err="1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Album</a:t>
            </a:r>
            <a:endParaRPr lang="pt-PT" dirty="0">
              <a:solidFill>
                <a:schemeClr val="tx1"/>
              </a:solidFill>
              <a:latin typeface="Aptos Mono" panose="020F0502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D80A13D-4534-66D2-A73D-5D62D830748D}"/>
              </a:ext>
            </a:extLst>
          </p:cNvPr>
          <p:cNvSpPr/>
          <p:nvPr/>
        </p:nvSpPr>
        <p:spPr>
          <a:xfrm>
            <a:off x="3693160" y="4066342"/>
            <a:ext cx="3911600" cy="54864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Imagem   nome da musica</a:t>
            </a:r>
            <a:b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Artista  </a:t>
            </a:r>
            <a:r>
              <a:rPr lang="pt-PT" dirty="0" err="1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Album</a:t>
            </a:r>
            <a:endParaRPr lang="pt-PT" dirty="0">
              <a:solidFill>
                <a:schemeClr val="tx1"/>
              </a:solidFill>
              <a:latin typeface="Aptos Mono" panose="020F0502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57B0EF-E30E-0227-14FC-AE93FFD00373}"/>
              </a:ext>
            </a:extLst>
          </p:cNvPr>
          <p:cNvSpPr/>
          <p:nvPr/>
        </p:nvSpPr>
        <p:spPr>
          <a:xfrm>
            <a:off x="3693160" y="4732774"/>
            <a:ext cx="3911600" cy="54864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Imagem   nome da musica</a:t>
            </a:r>
            <a:b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Artista  </a:t>
            </a:r>
            <a:r>
              <a:rPr lang="pt-PT" dirty="0" err="1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Album</a:t>
            </a:r>
            <a:endParaRPr lang="pt-PT" dirty="0">
              <a:solidFill>
                <a:schemeClr val="tx1"/>
              </a:solidFill>
              <a:latin typeface="Aptos Mono" panose="020F0502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EF2B9B1-3E5C-8AD4-9C2D-545A2E1E66F8}"/>
              </a:ext>
            </a:extLst>
          </p:cNvPr>
          <p:cNvSpPr/>
          <p:nvPr/>
        </p:nvSpPr>
        <p:spPr>
          <a:xfrm>
            <a:off x="3693160" y="5399206"/>
            <a:ext cx="3911600" cy="548640"/>
          </a:xfrm>
          <a:prstGeom prst="roundRect">
            <a:avLst/>
          </a:prstGeom>
          <a:gradFill>
            <a:gsLst>
              <a:gs pos="0">
                <a:schemeClr val="accent6">
                  <a:lumMod val="75000"/>
                </a:schemeClr>
              </a:gs>
              <a:gs pos="92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Imagem   nome da musica</a:t>
            </a:r>
            <a:b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pt-PT" dirty="0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Artista  </a:t>
            </a:r>
            <a:r>
              <a:rPr lang="pt-PT" dirty="0" err="1">
                <a:solidFill>
                  <a:schemeClr val="tx1"/>
                </a:solidFill>
                <a:latin typeface="Aptos Mono" panose="020F0502020204030204" pitchFamily="49" charset="0"/>
                <a:ea typeface="Tahoma" panose="020B0604030504040204" pitchFamily="34" charset="0"/>
                <a:cs typeface="Tahoma" panose="020B0604030504040204" pitchFamily="34" charset="0"/>
              </a:rPr>
              <a:t>Album</a:t>
            </a:r>
            <a:endParaRPr lang="pt-PT" dirty="0">
              <a:solidFill>
                <a:schemeClr val="tx1"/>
              </a:solidFill>
              <a:latin typeface="Aptos Mono" panose="020F0502020204030204" pitchFamily="49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D30DFA-6886-ECEB-A96A-6D0438C84CBA}"/>
              </a:ext>
            </a:extLst>
          </p:cNvPr>
          <p:cNvSpPr/>
          <p:nvPr/>
        </p:nvSpPr>
        <p:spPr>
          <a:xfrm>
            <a:off x="3576320" y="5831840"/>
            <a:ext cx="4246880" cy="5486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>
                <a:solidFill>
                  <a:schemeClr val="tx1"/>
                </a:solidFill>
              </a:rPr>
              <a:t>Informação do que está a tocar </a:t>
            </a:r>
          </a:p>
        </p:txBody>
      </p:sp>
    </p:spTree>
    <p:extLst>
      <p:ext uri="{BB962C8B-B14F-4D97-AF65-F5344CB8AC3E}">
        <p14:creationId xmlns:p14="http://schemas.microsoft.com/office/powerpoint/2010/main" val="2819408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5fc45e-a094-4b98-adc4-322c5bf66f4b}" enabled="1" method="Privileged" siteId="{119ca644-d1ee-49a6-b0b4-43515deb675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75</Words>
  <Application>Microsoft Office PowerPoint</Application>
  <PresentationFormat>Widescreen</PresentationFormat>
  <Paragraphs>24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Aptos Mono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Candeias</dc:creator>
  <cp:lastModifiedBy>Victor Candeias</cp:lastModifiedBy>
  <cp:revision>3</cp:revision>
  <dcterms:created xsi:type="dcterms:W3CDTF">2026-09-03T21:22:30Z</dcterms:created>
  <dcterms:modified xsi:type="dcterms:W3CDTF">2026-09-03T22:05:46Z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Group CTT - Public Information</vt:lpwstr>
  </property>
</Properties>
</file>