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59" r:id="rId6"/>
    <p:sldId id="260" r:id="rId7"/>
    <p:sldId id="261" r:id="rId8"/>
    <p:sldId id="262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7" d="100"/>
          <a:sy n="57" d="100"/>
        </p:scale>
        <p:origin x="3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B578D-DA20-B55C-3BD4-F3543D864C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DFBC4-1B35-E733-74B5-1A3351423A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0F03-2DB8-0208-5CD1-9B5935F9A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D681C-3872-9209-8DE7-51A43C089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00DE1-7F6F-F88A-577B-216C5CAA1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05456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B3E44-326A-EAAA-D297-8D30E4547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7FBEA-84B1-7880-2E8F-7D56AA97B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3F059-8160-95F9-9F8B-C04E30E56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814F6-E2C6-5112-4307-36595053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31C566-300E-1F26-AC67-73176EEC6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0170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E4297-F63F-1629-A5D7-DAF4CB245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12E5BB-6303-8882-1CAE-10B09400C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0597-57F3-E281-A09F-6928C63E7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9AD2C5-D472-BB94-C8C3-65B0F06A5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38000-51E2-381B-B73F-AFCC6063F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7386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0A6A2-300B-4298-A8EF-9762963E1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368C8-72C2-CCF1-7A48-88D241D352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444CA8-BA50-346E-7830-DF2D15CF8A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9EB3A6-55A0-9633-4B13-C19CCF8AB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D711F3-36E6-600E-B0DC-E937FEDC5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002F1-40AF-ED2B-A070-5189AE7A2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9763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922E3-15E5-266D-41F4-9FDF37933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E5242-092D-735C-52F6-5C5CD44626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512836-3351-2038-FC9D-2A44C8B916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B7AFAC-2814-8DF7-5B2D-BEA1C45B77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3019C-4F96-8565-84FF-FB881EC335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4B7541C-CED3-2C02-88C0-E41177226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9055E4-6D47-896C-128C-15C034ACE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64CE09-2B43-2703-F4A3-784D5B668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87336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B67AC-E290-2726-EA28-C45FF79D8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A0E642-E9CA-BB06-7F6A-27E9E88A0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296C25-19D0-7F77-3229-484F7C4A7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46688C-FE03-DB6D-A4DB-D37BBBA6E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1405776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1CF86B-8E40-0908-1E8C-2F11FE07D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94C0AC-5571-3972-4E68-7ED036B6F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49E376-0EA2-8939-3EB3-FA197ABB0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909466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A3D53-A454-A671-9F22-FC0FEBA7AA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E60A2-D7A2-E8EC-A0EA-0B0B23FB4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85A2BE-7C23-00C5-AA39-C180F6BA2D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72982-60CE-22A4-B773-71CCB7FE4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011D50-4F47-E99C-A5E2-AF1E1E68D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6D02D-5120-5B57-FC0F-2FF564C53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675397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8D7F7-B712-37DA-BB2C-BE156FE37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40B348-E3E0-A6F1-C11C-C7C9E9BBF3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P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6A53EE-D477-7E25-DC9C-8DEED02C5B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D01CAF-0016-D140-72AA-228E723CA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540A7-851F-14E2-F455-B955E5BB4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28422-488C-E8BA-1816-9D5309FD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879227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B73FF-D908-C8E5-5049-C5FCA5A80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4585B0-80C4-226F-8A99-05A44A09C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2B7AC-7913-7BAF-7869-CBD6DBA39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FA4E9-6974-091D-7E65-26FCECEF4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EE1D8-C334-F564-0C63-13B35E995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68115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A30AEF-D26B-8655-2301-DBE497715A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3B3812-AE2E-E862-27E9-890EB30C6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E7B82-93A9-3B4A-9C9C-09BD3D2E9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F3207-7426-D7F6-4872-1EE2C3881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35746-5324-9C31-58F2-5ACD0DBC9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607690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6C3596E-BF15-0DA8-D4CF-6F6D40A39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27B55-10B7-CF84-E801-64A741CD75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P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C52F38-4F3A-BA6F-E94B-B3851B6B4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123A04-7E4D-491C-8F8C-BBA004ADDFC1}" type="datetimeFigureOut">
              <a:rPr lang="pt-PT" smtClean="0"/>
              <a:t>03/09/2026</a:t>
            </a:fld>
            <a:endParaRPr lang="pt-P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E058DE-F3C5-FCC0-0A1C-C87666A66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85994-FF67-07CB-2561-AF218AEAD2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B1B918-ECC7-42E4-9D6A-060CE7142FFC}" type="slidenum">
              <a:rPr lang="pt-PT" smtClean="0"/>
              <a:t>‹#›</a:t>
            </a:fld>
            <a:endParaRPr lang="pt-P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F8408-A6F6-93F7-5718-728F15B7B47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53038" y="6642100"/>
            <a:ext cx="1711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PT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Group CTT - Public Information</a:t>
            </a:r>
          </a:p>
        </p:txBody>
      </p:sp>
    </p:spTree>
    <p:extLst>
      <p:ext uri="{BB962C8B-B14F-4D97-AF65-F5344CB8AC3E}">
        <p14:creationId xmlns:p14="http://schemas.microsoft.com/office/powerpoint/2010/main" val="2047573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5D8E65C-B23A-EE47-1558-3E2546FA2BE4}"/>
              </a:ext>
            </a:extLst>
          </p:cNvPr>
          <p:cNvSpPr/>
          <p:nvPr/>
        </p:nvSpPr>
        <p:spPr>
          <a:xfrm>
            <a:off x="7437120" y="254000"/>
            <a:ext cx="4297680" cy="595376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pt-PT" sz="3000" dirty="0">
                <a:solidFill>
                  <a:schemeClr val="bg1"/>
                </a:solidFill>
              </a:rPr>
              <a:t>VCC App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DDFAFBB-C6C5-B023-F2BF-CDC687C4852D}"/>
              </a:ext>
            </a:extLst>
          </p:cNvPr>
          <p:cNvSpPr/>
          <p:nvPr/>
        </p:nvSpPr>
        <p:spPr>
          <a:xfrm>
            <a:off x="7589520" y="883920"/>
            <a:ext cx="400304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Musica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DD80D05-AF35-7976-7C38-C17B7A44239E}"/>
              </a:ext>
            </a:extLst>
          </p:cNvPr>
          <p:cNvSpPr/>
          <p:nvPr/>
        </p:nvSpPr>
        <p:spPr>
          <a:xfrm>
            <a:off x="7589520" y="1981200"/>
            <a:ext cx="400304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 err="1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Radios</a:t>
            </a:r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Online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37D0C74-5A81-7D22-EBE2-91BBBA67C586}"/>
              </a:ext>
            </a:extLst>
          </p:cNvPr>
          <p:cNvSpPr/>
          <p:nvPr/>
        </p:nvSpPr>
        <p:spPr>
          <a:xfrm>
            <a:off x="7589520" y="3078480"/>
            <a:ext cx="400304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Configurações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73E25A3-FBEC-14C1-C3CF-6473E53FF9BC}"/>
              </a:ext>
            </a:extLst>
          </p:cNvPr>
          <p:cNvSpPr/>
          <p:nvPr/>
        </p:nvSpPr>
        <p:spPr>
          <a:xfrm>
            <a:off x="7589520" y="4175760"/>
            <a:ext cx="400304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Fechar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0DE75D-2A7B-9FEA-758E-AD2D671E9065}"/>
              </a:ext>
            </a:extLst>
          </p:cNvPr>
          <p:cNvSpPr txBox="1"/>
          <p:nvPr/>
        </p:nvSpPr>
        <p:spPr>
          <a:xfrm>
            <a:off x="934720" y="329922"/>
            <a:ext cx="265810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principal</a:t>
            </a:r>
          </a:p>
        </p:txBody>
      </p:sp>
    </p:spTree>
    <p:extLst>
      <p:ext uri="{BB962C8B-B14F-4D97-AF65-F5344CB8AC3E}">
        <p14:creationId xmlns:p14="http://schemas.microsoft.com/office/powerpoint/2010/main" val="3635380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E4EC00-D82E-C93D-A9F7-391F8C97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90690B9-38C4-CE53-EB75-B51484A79F6B}"/>
              </a:ext>
            </a:extLst>
          </p:cNvPr>
          <p:cNvSpPr/>
          <p:nvPr/>
        </p:nvSpPr>
        <p:spPr>
          <a:xfrm>
            <a:off x="7335520" y="233680"/>
            <a:ext cx="4297680" cy="61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pt-PT" sz="3000" dirty="0">
                <a:solidFill>
                  <a:schemeClr val="bg1"/>
                </a:solidFill>
              </a:rPr>
              <a:t>VCC Musica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E9FE1F6-31B2-C86D-23C0-AC96147EC657}"/>
              </a:ext>
            </a:extLst>
          </p:cNvPr>
          <p:cNvSpPr/>
          <p:nvPr/>
        </p:nvSpPr>
        <p:spPr>
          <a:xfrm>
            <a:off x="7487920" y="863600"/>
            <a:ext cx="196088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Faixas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D8B67565-0913-BB01-63C0-AAAA718B0FA5}"/>
              </a:ext>
            </a:extLst>
          </p:cNvPr>
          <p:cNvSpPr/>
          <p:nvPr/>
        </p:nvSpPr>
        <p:spPr>
          <a:xfrm>
            <a:off x="7487920" y="1960880"/>
            <a:ext cx="196088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Pastas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1596F2-9EAA-5928-E68F-478C34B9A6C7}"/>
              </a:ext>
            </a:extLst>
          </p:cNvPr>
          <p:cNvSpPr/>
          <p:nvPr/>
        </p:nvSpPr>
        <p:spPr>
          <a:xfrm>
            <a:off x="7487920" y="3058160"/>
            <a:ext cx="396240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E30260-016A-EE9D-0B90-4A2C4DE2989F}"/>
              </a:ext>
            </a:extLst>
          </p:cNvPr>
          <p:cNvSpPr/>
          <p:nvPr/>
        </p:nvSpPr>
        <p:spPr>
          <a:xfrm>
            <a:off x="7487920" y="4155440"/>
            <a:ext cx="400304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Voltar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C07D5FB-FF34-F1AC-C719-F4B313A00C91}"/>
              </a:ext>
            </a:extLst>
          </p:cNvPr>
          <p:cNvSpPr/>
          <p:nvPr/>
        </p:nvSpPr>
        <p:spPr>
          <a:xfrm>
            <a:off x="9601200" y="853440"/>
            <a:ext cx="188976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Listas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94C4FC8-43DF-EF3F-3693-BB03AA844A38}"/>
              </a:ext>
            </a:extLst>
          </p:cNvPr>
          <p:cNvSpPr/>
          <p:nvPr/>
        </p:nvSpPr>
        <p:spPr>
          <a:xfrm>
            <a:off x="9560560" y="1950720"/>
            <a:ext cx="1889760" cy="94488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3200" dirty="0" err="1">
                <a:solidFill>
                  <a:schemeClr val="tx1"/>
                </a:solidFill>
                <a:latin typeface="Aptos Mono" panose="020B000902020202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sz="3200" dirty="0">
              <a:solidFill>
                <a:schemeClr val="tx1"/>
              </a:solidFill>
              <a:latin typeface="Aptos Mono" panose="020B000902020202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EAD905-2E10-64F9-F44F-921B20CA4D3B}"/>
              </a:ext>
            </a:extLst>
          </p:cNvPr>
          <p:cNvSpPr txBox="1"/>
          <p:nvPr/>
        </p:nvSpPr>
        <p:spPr>
          <a:xfrm>
            <a:off x="934720" y="329922"/>
            <a:ext cx="25869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Musicas</a:t>
            </a:r>
          </a:p>
        </p:txBody>
      </p:sp>
    </p:spTree>
    <p:extLst>
      <p:ext uri="{BB962C8B-B14F-4D97-AF65-F5344CB8AC3E}">
        <p14:creationId xmlns:p14="http://schemas.microsoft.com/office/powerpoint/2010/main" val="27620895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4AA984-81EF-6596-D79C-510CF5605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048849B-D6A3-DE5D-1FEF-74889CF1AAC7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0F0474D-1106-6DD6-50B9-FF9125060802}"/>
              </a:ext>
            </a:extLst>
          </p:cNvPr>
          <p:cNvSpPr/>
          <p:nvPr/>
        </p:nvSpPr>
        <p:spPr>
          <a:xfrm>
            <a:off x="7203440" y="1065907"/>
            <a:ext cx="1849120" cy="369332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Aleatorio</a:t>
            </a:r>
            <a:endParaRPr lang="pt-PT" sz="1400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6BF3887-55E7-52CF-9A80-3F23EDA22952}"/>
              </a:ext>
            </a:extLst>
          </p:cNvPr>
          <p:cNvSpPr/>
          <p:nvPr/>
        </p:nvSpPr>
        <p:spPr>
          <a:xfrm>
            <a:off x="7198360" y="1514733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EAE6B-01E2-0167-11A4-67BAA4C86C77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E4E34D-8068-19C3-074D-DB0C66384C8C}"/>
              </a:ext>
            </a:extLst>
          </p:cNvPr>
          <p:cNvSpPr txBox="1"/>
          <p:nvPr/>
        </p:nvSpPr>
        <p:spPr>
          <a:xfrm>
            <a:off x="7895568" y="515481"/>
            <a:ext cx="146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>
                <a:solidFill>
                  <a:schemeClr val="bg1"/>
                </a:solidFill>
              </a:rPr>
              <a:t>Nº Musicas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5188CF4-DBB8-351D-FC64-00262261CC72}"/>
              </a:ext>
            </a:extLst>
          </p:cNvPr>
          <p:cNvSpPr/>
          <p:nvPr/>
        </p:nvSpPr>
        <p:spPr>
          <a:xfrm>
            <a:off x="9260840" y="1065907"/>
            <a:ext cx="1849120" cy="369332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Reproduzir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DF5BD9A-30B7-15E9-92B7-AAE4B205B876}"/>
              </a:ext>
            </a:extLst>
          </p:cNvPr>
          <p:cNvSpPr/>
          <p:nvPr/>
        </p:nvSpPr>
        <p:spPr>
          <a:xfrm>
            <a:off x="7198360" y="2142867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02355CE-1D91-585C-341D-EF33385BFB8A}"/>
              </a:ext>
            </a:extLst>
          </p:cNvPr>
          <p:cNvSpPr/>
          <p:nvPr/>
        </p:nvSpPr>
        <p:spPr>
          <a:xfrm>
            <a:off x="7198360" y="2771001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3E6951F-3FE6-E8FB-CAD0-657AACDAB577}"/>
              </a:ext>
            </a:extLst>
          </p:cNvPr>
          <p:cNvSpPr/>
          <p:nvPr/>
        </p:nvSpPr>
        <p:spPr>
          <a:xfrm>
            <a:off x="7198360" y="3438545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D80A13D-4534-66D2-A73D-5D62D830748D}"/>
              </a:ext>
            </a:extLst>
          </p:cNvPr>
          <p:cNvSpPr/>
          <p:nvPr/>
        </p:nvSpPr>
        <p:spPr>
          <a:xfrm>
            <a:off x="7198360" y="4106089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757B0EF-E30E-0227-14FC-AE93FFD00373}"/>
              </a:ext>
            </a:extLst>
          </p:cNvPr>
          <p:cNvSpPr/>
          <p:nvPr/>
        </p:nvSpPr>
        <p:spPr>
          <a:xfrm>
            <a:off x="7198360" y="4772521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EF2B9B1-3E5C-8AD4-9C2D-545A2E1E66F8}"/>
              </a:ext>
            </a:extLst>
          </p:cNvPr>
          <p:cNvSpPr/>
          <p:nvPr/>
        </p:nvSpPr>
        <p:spPr>
          <a:xfrm>
            <a:off x="7198360" y="5438953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   nome da musica</a:t>
            </a:r>
            <a:b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</a:br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        Artista 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D30DFA-6886-ECEB-A96A-6D0438C84CBA}"/>
              </a:ext>
            </a:extLst>
          </p:cNvPr>
          <p:cNvSpPr/>
          <p:nvPr/>
        </p:nvSpPr>
        <p:spPr>
          <a:xfrm>
            <a:off x="7081520" y="5871587"/>
            <a:ext cx="4246880" cy="548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400" dirty="0">
                <a:solidFill>
                  <a:schemeClr val="tx1"/>
                </a:solidFill>
              </a:rPr>
              <a:t>Informação do que está a tocar 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4D53BA5-B9A7-1B65-9C6B-220F0146D756}"/>
              </a:ext>
            </a:extLst>
          </p:cNvPr>
          <p:cNvSpPr txBox="1"/>
          <p:nvPr/>
        </p:nvSpPr>
        <p:spPr>
          <a:xfrm>
            <a:off x="934720" y="329922"/>
            <a:ext cx="225042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Faixas</a:t>
            </a:r>
          </a:p>
        </p:txBody>
      </p:sp>
    </p:spTree>
    <p:extLst>
      <p:ext uri="{BB962C8B-B14F-4D97-AF65-F5344CB8AC3E}">
        <p14:creationId xmlns:p14="http://schemas.microsoft.com/office/powerpoint/2010/main" val="28194082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65B96-BF81-418D-9A9B-AB31CA0181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05B1E15-4689-39E7-17D2-2D4803652537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39FAE12-9771-2767-7D9E-C7801D44EC88}"/>
              </a:ext>
            </a:extLst>
          </p:cNvPr>
          <p:cNvSpPr/>
          <p:nvPr/>
        </p:nvSpPr>
        <p:spPr>
          <a:xfrm>
            <a:off x="7211129" y="1103590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Definir pasta musicas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C29DF-5832-877B-8206-AA1A304AC503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FA6614-72E1-CE98-9F8C-0B20E049A83F}"/>
              </a:ext>
            </a:extLst>
          </p:cNvPr>
          <p:cNvSpPr txBox="1"/>
          <p:nvPr/>
        </p:nvSpPr>
        <p:spPr>
          <a:xfrm>
            <a:off x="9454504" y="515481"/>
            <a:ext cx="14617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PT" dirty="0">
                <a:solidFill>
                  <a:schemeClr val="bg1"/>
                </a:solidFill>
              </a:rPr>
              <a:t>Gravar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45AFFDE-B0AC-0C19-01E6-B9D77B819D78}"/>
              </a:ext>
            </a:extLst>
          </p:cNvPr>
          <p:cNvSpPr/>
          <p:nvPr/>
        </p:nvSpPr>
        <p:spPr>
          <a:xfrm>
            <a:off x="7198360" y="1827351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Analisar ao abrir a App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6E816DB-A6F5-A2C5-B9E7-8A1CF8A640E4}"/>
              </a:ext>
            </a:extLst>
          </p:cNvPr>
          <p:cNvSpPr/>
          <p:nvPr/>
        </p:nvSpPr>
        <p:spPr>
          <a:xfrm>
            <a:off x="7198360" y="2534305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Modo light/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dark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5CCD64D8-E85B-8BB6-7BC7-98C64F3416CD}"/>
              </a:ext>
            </a:extLst>
          </p:cNvPr>
          <p:cNvSpPr/>
          <p:nvPr/>
        </p:nvSpPr>
        <p:spPr>
          <a:xfrm>
            <a:off x="7198360" y="3238019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Configurar rádios online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842B3EC-BF8A-3295-A03B-6F2771DE52DD}"/>
              </a:ext>
            </a:extLst>
          </p:cNvPr>
          <p:cNvSpPr/>
          <p:nvPr/>
        </p:nvSpPr>
        <p:spPr>
          <a:xfrm>
            <a:off x="7211129" y="3928626"/>
            <a:ext cx="3911600" cy="548640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Configurar imagem de fundo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CE25FB-CC7F-159B-C1C8-5F1DDCE29259}"/>
              </a:ext>
            </a:extLst>
          </p:cNvPr>
          <p:cNvSpPr txBox="1"/>
          <p:nvPr/>
        </p:nvSpPr>
        <p:spPr>
          <a:xfrm>
            <a:off x="934720" y="329922"/>
            <a:ext cx="361804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Configurações</a:t>
            </a:r>
          </a:p>
        </p:txBody>
      </p:sp>
    </p:spTree>
    <p:extLst>
      <p:ext uri="{BB962C8B-B14F-4D97-AF65-F5344CB8AC3E}">
        <p14:creationId xmlns:p14="http://schemas.microsoft.com/office/powerpoint/2010/main" val="3029100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4BD3D-ACFA-F909-01F4-F6CEA8703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CB69D8C6-B13C-43DC-521F-0BD3B4934E7B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F36F4D1-446B-A236-C2D4-F1299AD829E3}"/>
              </a:ext>
            </a:extLst>
          </p:cNvPr>
          <p:cNvSpPr/>
          <p:nvPr/>
        </p:nvSpPr>
        <p:spPr>
          <a:xfrm>
            <a:off x="7198360" y="1159807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B4CADB-C3ED-7021-3080-242901BABF9C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DD3E3C1-D359-7210-FA53-672077AA9300}"/>
              </a:ext>
            </a:extLst>
          </p:cNvPr>
          <p:cNvSpPr txBox="1"/>
          <p:nvPr/>
        </p:nvSpPr>
        <p:spPr>
          <a:xfrm>
            <a:off x="934720" y="329922"/>
            <a:ext cx="231281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Pastas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D3DD328-B6A8-CBAE-2B10-50ACF8172A86}"/>
              </a:ext>
            </a:extLst>
          </p:cNvPr>
          <p:cNvSpPr/>
          <p:nvPr/>
        </p:nvSpPr>
        <p:spPr>
          <a:xfrm>
            <a:off x="9240520" y="1159807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4AB8EC9-6B29-938C-5B64-B9BD327C90B5}"/>
              </a:ext>
            </a:extLst>
          </p:cNvPr>
          <p:cNvSpPr/>
          <p:nvPr/>
        </p:nvSpPr>
        <p:spPr>
          <a:xfrm>
            <a:off x="7198360" y="221968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FE0449-5A68-500E-6921-4BD685833237}"/>
              </a:ext>
            </a:extLst>
          </p:cNvPr>
          <p:cNvSpPr/>
          <p:nvPr/>
        </p:nvSpPr>
        <p:spPr>
          <a:xfrm>
            <a:off x="9240520" y="221968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570042C-1639-138D-AED9-9C9B00ED55CE}"/>
              </a:ext>
            </a:extLst>
          </p:cNvPr>
          <p:cNvSpPr/>
          <p:nvPr/>
        </p:nvSpPr>
        <p:spPr>
          <a:xfrm>
            <a:off x="7198360" y="326097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498FB05-51EE-1B8C-1B67-D676761445FB}"/>
              </a:ext>
            </a:extLst>
          </p:cNvPr>
          <p:cNvSpPr/>
          <p:nvPr/>
        </p:nvSpPr>
        <p:spPr>
          <a:xfrm>
            <a:off x="9240520" y="326097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8D86DA3-ABB2-F233-CB9E-1160D34F49ED}"/>
              </a:ext>
            </a:extLst>
          </p:cNvPr>
          <p:cNvSpPr/>
          <p:nvPr/>
        </p:nvSpPr>
        <p:spPr>
          <a:xfrm>
            <a:off x="7198360" y="421601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B35CBC97-E7E9-20EE-4DF7-4E43C4BE46D7}"/>
              </a:ext>
            </a:extLst>
          </p:cNvPr>
          <p:cNvSpPr/>
          <p:nvPr/>
        </p:nvSpPr>
        <p:spPr>
          <a:xfrm>
            <a:off x="9240520" y="4216012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C1655F9-B7A9-8075-7552-99ED1990E7EA}"/>
              </a:ext>
            </a:extLst>
          </p:cNvPr>
          <p:cNvSpPr/>
          <p:nvPr/>
        </p:nvSpPr>
        <p:spPr>
          <a:xfrm>
            <a:off x="7198360" y="5263276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6DC9900-4416-58CE-8C61-BCB657B8F0BB}"/>
              </a:ext>
            </a:extLst>
          </p:cNvPr>
          <p:cNvSpPr/>
          <p:nvPr/>
        </p:nvSpPr>
        <p:spPr>
          <a:xfrm>
            <a:off x="9240520" y="5263276"/>
            <a:ext cx="1894840" cy="86415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pasta</a:t>
            </a:r>
          </a:p>
        </p:txBody>
      </p:sp>
    </p:spTree>
    <p:extLst>
      <p:ext uri="{BB962C8B-B14F-4D97-AF65-F5344CB8AC3E}">
        <p14:creationId xmlns:p14="http://schemas.microsoft.com/office/powerpoint/2010/main" val="24255976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EAF49-3E92-F5A2-B07F-C9F02CAEA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8DB8017-4A12-44B2-E927-C31669944D6E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2A9FD55-609A-E3E3-DB83-A3E3DE687DA8}"/>
              </a:ext>
            </a:extLst>
          </p:cNvPr>
          <p:cNvSpPr/>
          <p:nvPr/>
        </p:nvSpPr>
        <p:spPr>
          <a:xfrm>
            <a:off x="7198360" y="11598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EC5771-2E18-2784-8551-883B003F4EF6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095B126-F722-CE05-0E95-0A23DA7A8137}"/>
              </a:ext>
            </a:extLst>
          </p:cNvPr>
          <p:cNvSpPr txBox="1"/>
          <p:nvPr/>
        </p:nvSpPr>
        <p:spPr>
          <a:xfrm>
            <a:off x="934720" y="329922"/>
            <a:ext cx="23519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</a:t>
            </a:r>
            <a:r>
              <a:rPr lang="pt-PT" sz="3000" dirty="0" err="1"/>
              <a:t>Albuns</a:t>
            </a:r>
            <a:endParaRPr lang="pt-PT" sz="30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52EB103-E32C-97D4-07D2-9E147A1DB319}"/>
              </a:ext>
            </a:extLst>
          </p:cNvPr>
          <p:cNvSpPr/>
          <p:nvPr/>
        </p:nvSpPr>
        <p:spPr>
          <a:xfrm>
            <a:off x="9273540" y="1159805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D8DCE62-6F20-57E5-5FAB-EFF4D20B585F}"/>
              </a:ext>
            </a:extLst>
          </p:cNvPr>
          <p:cNvSpPr/>
          <p:nvPr/>
        </p:nvSpPr>
        <p:spPr>
          <a:xfrm>
            <a:off x="7198360" y="2793534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63555DB-3AEC-9368-C56C-60C5A2F0ABE3}"/>
              </a:ext>
            </a:extLst>
          </p:cNvPr>
          <p:cNvSpPr/>
          <p:nvPr/>
        </p:nvSpPr>
        <p:spPr>
          <a:xfrm>
            <a:off x="9273540" y="2793533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24C9E86-3CBB-0818-E80A-3BDDEA1D9385}"/>
              </a:ext>
            </a:extLst>
          </p:cNvPr>
          <p:cNvSpPr/>
          <p:nvPr/>
        </p:nvSpPr>
        <p:spPr>
          <a:xfrm>
            <a:off x="7198360" y="4427262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9604313-9110-819D-33AA-C0139229F4D2}"/>
              </a:ext>
            </a:extLst>
          </p:cNvPr>
          <p:cNvSpPr/>
          <p:nvPr/>
        </p:nvSpPr>
        <p:spPr>
          <a:xfrm>
            <a:off x="9273540" y="4427261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Album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musicas</a:t>
            </a:r>
          </a:p>
        </p:txBody>
      </p:sp>
    </p:spTree>
    <p:extLst>
      <p:ext uri="{BB962C8B-B14F-4D97-AF65-F5344CB8AC3E}">
        <p14:creationId xmlns:p14="http://schemas.microsoft.com/office/powerpoint/2010/main" val="1828831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BE0DD-00C0-53AB-6CBB-C9411CB29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DD58176-633C-2568-07EA-5188A6E0438D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114A3F-BA70-C12B-3FE7-D456193ACFF7}"/>
              </a:ext>
            </a:extLst>
          </p:cNvPr>
          <p:cNvSpPr/>
          <p:nvPr/>
        </p:nvSpPr>
        <p:spPr>
          <a:xfrm>
            <a:off x="7198360" y="11598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10BC27-A9EF-13F1-C01A-D5DA3053ED07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89C0A4-656E-0F18-CCEA-B00540659B3F}"/>
              </a:ext>
            </a:extLst>
          </p:cNvPr>
          <p:cNvSpPr txBox="1"/>
          <p:nvPr/>
        </p:nvSpPr>
        <p:spPr>
          <a:xfrm>
            <a:off x="934720" y="329922"/>
            <a:ext cx="246843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Artistas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E0C44E9-B899-BAD0-9A8F-DE24C1A97F68}"/>
              </a:ext>
            </a:extLst>
          </p:cNvPr>
          <p:cNvSpPr/>
          <p:nvPr/>
        </p:nvSpPr>
        <p:spPr>
          <a:xfrm>
            <a:off x="9273540" y="1159805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B28258D-E739-6113-94F1-C6456C43CE1F}"/>
              </a:ext>
            </a:extLst>
          </p:cNvPr>
          <p:cNvSpPr/>
          <p:nvPr/>
        </p:nvSpPr>
        <p:spPr>
          <a:xfrm>
            <a:off x="7198360" y="290235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03EC734E-858B-4DC4-370D-2CB642391EBA}"/>
              </a:ext>
            </a:extLst>
          </p:cNvPr>
          <p:cNvSpPr/>
          <p:nvPr/>
        </p:nvSpPr>
        <p:spPr>
          <a:xfrm>
            <a:off x="9273540" y="2902355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06291B3-BC31-1727-7718-96443E73A60B}"/>
              </a:ext>
            </a:extLst>
          </p:cNvPr>
          <p:cNvSpPr/>
          <p:nvPr/>
        </p:nvSpPr>
        <p:spPr>
          <a:xfrm>
            <a:off x="7309196" y="4644905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A1C1124-E437-1259-A9E8-77322A588990}"/>
              </a:ext>
            </a:extLst>
          </p:cNvPr>
          <p:cNvSpPr/>
          <p:nvPr/>
        </p:nvSpPr>
        <p:spPr>
          <a:xfrm>
            <a:off x="9384376" y="4644904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Artista</a:t>
            </a: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</a:t>
            </a:r>
            <a:r>
              <a:rPr lang="pt-PT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Albuns</a:t>
            </a:r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805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F0658-13B9-3FE7-1725-0CC857FC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6F34142-F04A-DA1D-3D3B-C80C267034E9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5254BEF-CE25-4AA6-E52D-4131AF987A55}"/>
              </a:ext>
            </a:extLst>
          </p:cNvPr>
          <p:cNvSpPr/>
          <p:nvPr/>
        </p:nvSpPr>
        <p:spPr>
          <a:xfrm>
            <a:off x="7198360" y="11598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E6608E-CF83-2699-46DF-50454A2E7ECA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F79AB67-2779-0468-B8AD-1CA7E9C7DBD1}"/>
              </a:ext>
            </a:extLst>
          </p:cNvPr>
          <p:cNvSpPr txBox="1"/>
          <p:nvPr/>
        </p:nvSpPr>
        <p:spPr>
          <a:xfrm>
            <a:off x="934720" y="329922"/>
            <a:ext cx="218149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Menu Listas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F45DA2-5578-DA44-08EC-13D734AE5969}"/>
              </a:ext>
            </a:extLst>
          </p:cNvPr>
          <p:cNvSpPr/>
          <p:nvPr/>
        </p:nvSpPr>
        <p:spPr>
          <a:xfrm>
            <a:off x="9295245" y="11598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9E3EBF7-32D0-46BA-FE1B-4089F042D687}"/>
              </a:ext>
            </a:extLst>
          </p:cNvPr>
          <p:cNvSpPr/>
          <p:nvPr/>
        </p:nvSpPr>
        <p:spPr>
          <a:xfrm>
            <a:off x="7198360" y="290235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207B2C-1B61-34DA-4356-DF40D079D8F1}"/>
              </a:ext>
            </a:extLst>
          </p:cNvPr>
          <p:cNvSpPr/>
          <p:nvPr/>
        </p:nvSpPr>
        <p:spPr>
          <a:xfrm>
            <a:off x="9295245" y="290235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649B7A-A985-F9DE-BD33-23EC272A2901}"/>
              </a:ext>
            </a:extLst>
          </p:cNvPr>
          <p:cNvSpPr/>
          <p:nvPr/>
        </p:nvSpPr>
        <p:spPr>
          <a:xfrm>
            <a:off x="7275484" y="46449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388F5EC-633A-89F3-B94A-6E87D9BED35A}"/>
              </a:ext>
            </a:extLst>
          </p:cNvPr>
          <p:cNvSpPr/>
          <p:nvPr/>
        </p:nvSpPr>
        <p:spPr>
          <a:xfrm>
            <a:off x="9372369" y="4644906"/>
            <a:ext cx="1828800" cy="1502113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lista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Nº Faixas</a:t>
            </a:r>
          </a:p>
        </p:txBody>
      </p:sp>
    </p:spTree>
    <p:extLst>
      <p:ext uri="{BB962C8B-B14F-4D97-AF65-F5344CB8AC3E}">
        <p14:creationId xmlns:p14="http://schemas.microsoft.com/office/powerpoint/2010/main" val="23060138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A5218-2110-F701-3D90-9DA9F0B5B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3EFBE6F-24E9-FA65-1D5B-487CFDA59B01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AF223C-1BFE-215F-6E48-807EE5CFCA5E}"/>
              </a:ext>
            </a:extLst>
          </p:cNvPr>
          <p:cNvSpPr/>
          <p:nvPr/>
        </p:nvSpPr>
        <p:spPr>
          <a:xfrm>
            <a:off x="7229532" y="964307"/>
            <a:ext cx="3940695" cy="168037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rádio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Se estiver a tocar mostra aqui essa </a:t>
            </a:r>
            <a:r>
              <a:rPr lang="pt-PT" sz="1200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info</a:t>
            </a:r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e muda a cor do botão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B659B4-1884-1DB2-BB89-FCC611DAFF89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157290-0740-708A-0A37-3A36C86E80F9}"/>
              </a:ext>
            </a:extLst>
          </p:cNvPr>
          <p:cNvSpPr txBox="1"/>
          <p:nvPr/>
        </p:nvSpPr>
        <p:spPr>
          <a:xfrm>
            <a:off x="934720" y="329922"/>
            <a:ext cx="250805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3000" dirty="0"/>
              <a:t>Rádios Online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9FFA4A5-1210-80DD-A031-B46F9AD0D268}"/>
              </a:ext>
            </a:extLst>
          </p:cNvPr>
          <p:cNvSpPr/>
          <p:nvPr/>
        </p:nvSpPr>
        <p:spPr>
          <a:xfrm>
            <a:off x="7229531" y="2724177"/>
            <a:ext cx="3940695" cy="168037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rádio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Se estiver a tocar mostra aqui essa </a:t>
            </a:r>
            <a:r>
              <a:rPr lang="pt-PT" sz="1200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info</a:t>
            </a:r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e muda a cor do botão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872C19-6695-8098-6D4E-F193EFC0BA1D}"/>
              </a:ext>
            </a:extLst>
          </p:cNvPr>
          <p:cNvSpPr/>
          <p:nvPr/>
        </p:nvSpPr>
        <p:spPr>
          <a:xfrm>
            <a:off x="7229531" y="4563541"/>
            <a:ext cx="3940695" cy="168037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Imagem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Nome da rádio</a:t>
            </a:r>
          </a:p>
          <a:p>
            <a:endParaRPr lang="pt-PT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Se estiver a tocar mostra aqui essa </a:t>
            </a:r>
            <a:r>
              <a:rPr lang="pt-PT" sz="1200" dirty="0" err="1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info</a:t>
            </a:r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 e muda a cor do botão</a:t>
            </a:r>
          </a:p>
        </p:txBody>
      </p:sp>
    </p:spTree>
    <p:extLst>
      <p:ext uri="{BB962C8B-B14F-4D97-AF65-F5344CB8AC3E}">
        <p14:creationId xmlns:p14="http://schemas.microsoft.com/office/powerpoint/2010/main" val="2331356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B6A9D-CAA8-EDF5-8027-0FAF848F5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89D3E3C-B4C1-C0B6-6299-C1335DE86CF0}"/>
              </a:ext>
            </a:extLst>
          </p:cNvPr>
          <p:cNvSpPr/>
          <p:nvPr/>
        </p:nvSpPr>
        <p:spPr>
          <a:xfrm>
            <a:off x="7051040" y="435987"/>
            <a:ext cx="4297680" cy="5986026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pt-PT" sz="3000" dirty="0">
              <a:solidFill>
                <a:schemeClr val="bg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3D424B6-0CAA-AE17-BE08-DEB2E5C632C9}"/>
              </a:ext>
            </a:extLst>
          </p:cNvPr>
          <p:cNvSpPr/>
          <p:nvPr/>
        </p:nvSpPr>
        <p:spPr>
          <a:xfrm>
            <a:off x="7229532" y="964307"/>
            <a:ext cx="3940695" cy="476566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Mostra um equalizador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C29CB3-3E79-B750-D72F-8A9F49701A55}"/>
              </a:ext>
            </a:extLst>
          </p:cNvPr>
          <p:cNvSpPr txBox="1"/>
          <p:nvPr/>
        </p:nvSpPr>
        <p:spPr>
          <a:xfrm>
            <a:off x="7081520" y="515481"/>
            <a:ext cx="747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dirty="0">
                <a:solidFill>
                  <a:schemeClr val="bg1"/>
                </a:solidFill>
              </a:rPr>
              <a:t>voltar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DF96D5-6164-0B07-AF04-51657DCC1591}"/>
              </a:ext>
            </a:extLst>
          </p:cNvPr>
          <p:cNvSpPr txBox="1"/>
          <p:nvPr/>
        </p:nvSpPr>
        <p:spPr>
          <a:xfrm>
            <a:off x="934719" y="329922"/>
            <a:ext cx="4297679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3000" dirty="0"/>
              <a:t>Menu reprodução</a:t>
            </a:r>
          </a:p>
          <a:p>
            <a:endParaRPr lang="pt-PT" sz="3000" dirty="0"/>
          </a:p>
          <a:p>
            <a:r>
              <a:rPr lang="pt-PT" sz="3000" dirty="0"/>
              <a:t>Aqui ao clicar e arrastar para a esquerda no botão que mostra o nome da musica passa para a próxima musica.</a:t>
            </a:r>
            <a:br>
              <a:rPr lang="pt-PT" sz="3000" dirty="0"/>
            </a:br>
            <a:r>
              <a:rPr lang="pt-PT" sz="3000" dirty="0"/>
              <a:t>Ao fazer o mesmo movimento para a direita passa para a musica anterior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591788D-C685-4A89-8393-488785299B76}"/>
              </a:ext>
            </a:extLst>
          </p:cNvPr>
          <p:cNvSpPr/>
          <p:nvPr/>
        </p:nvSpPr>
        <p:spPr>
          <a:xfrm>
            <a:off x="7229530" y="1717964"/>
            <a:ext cx="3940695" cy="3495519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PT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Mostra nome da musica a reproduzir + algum + artista</a:t>
            </a:r>
            <a:endParaRPr lang="pt-PT" sz="1200" dirty="0">
              <a:solidFill>
                <a:schemeClr val="tx1"/>
              </a:solidFill>
              <a:latin typeface="Aptos Mono" panose="020F0502020204030204" pitchFamily="49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5AAB3CF-8C09-1CA0-F11F-AC7C71B23B0A}"/>
              </a:ext>
            </a:extLst>
          </p:cNvPr>
          <p:cNvSpPr/>
          <p:nvPr/>
        </p:nvSpPr>
        <p:spPr>
          <a:xfrm>
            <a:off x="7229531" y="5391581"/>
            <a:ext cx="3940695" cy="852335"/>
          </a:xfrm>
          <a:prstGeom prst="round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92000">
                <a:schemeClr val="accent6">
                  <a:lumMod val="105000"/>
                  <a:satMod val="103000"/>
                  <a:tint val="73000"/>
                </a:schemeClr>
              </a:gs>
              <a:gs pos="100000">
                <a:schemeClr val="accent6">
                  <a:lumMod val="105000"/>
                  <a:satMod val="109000"/>
                  <a:tint val="81000"/>
                </a:schemeClr>
              </a:gs>
            </a:gsLst>
            <a:lin ang="5400000" scaled="0"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Mostra linha temporal</a:t>
            </a:r>
          </a:p>
          <a:p>
            <a:pPr algn="ctr"/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Controlos de:</a:t>
            </a:r>
          </a:p>
          <a:p>
            <a:pPr algn="ctr"/>
            <a:r>
              <a:rPr lang="pt-PT" sz="1200" dirty="0">
                <a:solidFill>
                  <a:schemeClr val="tx1"/>
                </a:solidFill>
                <a:latin typeface="Aptos Mono" panose="020F0502020204030204" pitchFamily="49" charset="0"/>
                <a:ea typeface="Tahoma" panose="020B0604030504040204" pitchFamily="34" charset="0"/>
                <a:cs typeface="Tahoma" panose="020B0604030504040204" pitchFamily="34" charset="0"/>
              </a:rPr>
              <a:t>Anterior + pause/play + próximo</a:t>
            </a:r>
          </a:p>
        </p:txBody>
      </p:sp>
    </p:spTree>
    <p:extLst>
      <p:ext uri="{BB962C8B-B14F-4D97-AF65-F5344CB8AC3E}">
        <p14:creationId xmlns:p14="http://schemas.microsoft.com/office/powerpoint/2010/main" val="18751108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BED762-3EDF-24FC-7C2C-118207BDC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639" y="0"/>
            <a:ext cx="94807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643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45fc45e-a094-4b98-adc4-322c5bf66f4b}" enabled="1" method="Privileged" siteId="{119ca644-d1ee-49a6-b0b4-43515deb6754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691</TotalTime>
  <Words>359</Words>
  <Application>Microsoft Office PowerPoint</Application>
  <PresentationFormat>Widescreen</PresentationFormat>
  <Paragraphs>151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Victor Candeias</dc:creator>
  <cp:lastModifiedBy>Victor Candeias</cp:lastModifiedBy>
  <cp:revision>9</cp:revision>
  <dcterms:created xsi:type="dcterms:W3CDTF">2026-09-03T21:22:30Z</dcterms:created>
  <dcterms:modified xsi:type="dcterms:W3CDTF">2026-09-04T09:17:04Z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Group CTT - Public Information</vt:lpwstr>
  </property>
</Properties>
</file>